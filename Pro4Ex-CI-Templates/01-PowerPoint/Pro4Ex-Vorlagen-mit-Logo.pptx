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736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Michaelsen" userId="b79c5cbb-075e-4ed5-b62c-09b5a91fa899" providerId="ADAL" clId="{A26CEAED-7FA8-48C0-8030-811EFAF18B1D}"/>
    <pc:docChg chg="undo custSel addSld modSld">
      <pc:chgData name="Jan Michaelsen" userId="b79c5cbb-075e-4ed5-b62c-09b5a91fa899" providerId="ADAL" clId="{A26CEAED-7FA8-48C0-8030-811EFAF18B1D}" dt="2026-06-27T16:57:55.519" v="73" actId="1076"/>
      <pc:docMkLst>
        <pc:docMk/>
      </pc:docMkLst>
      <pc:sldChg chg="modSp mod">
        <pc:chgData name="Jan Michaelsen" userId="b79c5cbb-075e-4ed5-b62c-09b5a91fa899" providerId="ADAL" clId="{A26CEAED-7FA8-48C0-8030-811EFAF18B1D}" dt="2026-06-27T16:57:43.372" v="72" actId="1035"/>
        <pc:sldMkLst>
          <pc:docMk/>
          <pc:sldMk cId="0" sldId="260"/>
        </pc:sldMkLst>
        <pc:spChg chg="mod">
          <ac:chgData name="Jan Michaelsen" userId="b79c5cbb-075e-4ed5-b62c-09b5a91fa899" providerId="ADAL" clId="{A26CEAED-7FA8-48C0-8030-811EFAF18B1D}" dt="2026-06-27T16:57:32.085" v="49" actId="103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32.085" v="49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32.085" v="49" actId="103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32.085" v="49" actId="103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26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29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30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31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43.372" v="72" actId="1035"/>
          <ac:spMkLst>
            <pc:docMk/>
            <pc:sldMk cId="0" sldId="260"/>
            <ac:spMk id="33" creationId="{00000000-0000-0000-0000-000000000000}"/>
          </ac:spMkLst>
        </pc:spChg>
      </pc:sldChg>
      <pc:sldChg chg="modSp mod">
        <pc:chgData name="Jan Michaelsen" userId="b79c5cbb-075e-4ed5-b62c-09b5a91fa899" providerId="ADAL" clId="{A26CEAED-7FA8-48C0-8030-811EFAF18B1D}" dt="2026-06-27T15:48:24.584" v="0" actId="1076"/>
        <pc:sldMkLst>
          <pc:docMk/>
          <pc:sldMk cId="0" sldId="261"/>
        </pc:sldMkLst>
        <pc:spChg chg="mod">
          <ac:chgData name="Jan Michaelsen" userId="b79c5cbb-075e-4ed5-b62c-09b5a91fa899" providerId="ADAL" clId="{A26CEAED-7FA8-48C0-8030-811EFAF18B1D}" dt="2026-06-27T15:48:24.584" v="0" actId="1076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Jan Michaelsen" userId="b79c5cbb-075e-4ed5-b62c-09b5a91fa899" providerId="ADAL" clId="{A26CEAED-7FA8-48C0-8030-811EFAF18B1D}" dt="2026-06-27T16:57:55.519" v="73" actId="1076"/>
        <pc:sldMkLst>
          <pc:docMk/>
          <pc:sldMk cId="0" sldId="262"/>
        </pc:sldMkLst>
        <pc:spChg chg="mod">
          <ac:chgData name="Jan Michaelsen" userId="b79c5cbb-075e-4ed5-b62c-09b5a91fa899" providerId="ADAL" clId="{A26CEAED-7FA8-48C0-8030-811EFAF18B1D}" dt="2026-06-27T16:57:55.519" v="7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55.519" v="73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an Michaelsen" userId="b79c5cbb-075e-4ed5-b62c-09b5a91fa899" providerId="ADAL" clId="{A26CEAED-7FA8-48C0-8030-811EFAF18B1D}" dt="2026-06-27T16:57:55.519" v="73" actId="1076"/>
          <ac:spMkLst>
            <pc:docMk/>
            <pc:sldMk cId="0" sldId="262"/>
            <ac:spMk id="15" creationId="{00000000-0000-0000-0000-000000000000}"/>
          </ac:spMkLst>
        </pc:spChg>
      </pc:sldChg>
      <pc:sldChg chg="addSp modSp new mod">
        <pc:chgData name="Jan Michaelsen" userId="b79c5cbb-075e-4ed5-b62c-09b5a91fa899" providerId="ADAL" clId="{A26CEAED-7FA8-48C0-8030-811EFAF18B1D}" dt="2026-06-27T16:45:24.541" v="28" actId="20577"/>
        <pc:sldMkLst>
          <pc:docMk/>
          <pc:sldMk cId="1218020510" sldId="265"/>
        </pc:sldMkLst>
        <pc:spChg chg="add mod">
          <ac:chgData name="Jan Michaelsen" userId="b79c5cbb-075e-4ed5-b62c-09b5a91fa899" providerId="ADAL" clId="{A26CEAED-7FA8-48C0-8030-811EFAF18B1D}" dt="2026-06-27T16:45:00.014" v="19" actId="20577"/>
          <ac:spMkLst>
            <pc:docMk/>
            <pc:sldMk cId="1218020510" sldId="265"/>
            <ac:spMk id="3" creationId="{B8278041-3244-2EB7-E1DF-60559813A66C}"/>
          </ac:spMkLst>
        </pc:spChg>
        <pc:spChg chg="add mod">
          <ac:chgData name="Jan Michaelsen" userId="b79c5cbb-075e-4ed5-b62c-09b5a91fa899" providerId="ADAL" clId="{A26CEAED-7FA8-48C0-8030-811EFAF18B1D}" dt="2026-06-27T16:45:24.541" v="28" actId="20577"/>
          <ac:spMkLst>
            <pc:docMk/>
            <pc:sldMk cId="1218020510" sldId="265"/>
            <ac:spMk id="5" creationId="{78829D4F-B1F4-DD32-D0F7-62D05F5801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7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Pro4Ex Consulting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Identity Übersicht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</a:rPr>
              <a:t>Proficiency for Execution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D6D6"/>
                </a:solidFill>
              </a:rPr>
              <a:t>Jan Michaelsen | jan.michaelsen@pro4ex.consulting</a:t>
            </a:r>
            <a:endParaRPr lang="en-US" sz="1200" dirty="0"/>
          </a:p>
        </p:txBody>
      </p:sp>
      <p:pic>
        <p:nvPicPr>
          <p:cNvPr id="7" name="Picture 6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Farbpalette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Schwarz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097280"/>
            <a:ext cx="1097280" cy="731520"/>
          </a:xfrm>
          <a:prstGeom prst="rect">
            <a:avLst/>
          </a:prstGeom>
          <a:solidFill>
            <a:srgbClr val="1E73BE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Pro4Ex Blau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#1e73be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1097280" cy="731520"/>
          </a:xfrm>
          <a:prstGeom prst="rect">
            <a:avLst/>
          </a:prstGeom>
          <a:solidFill>
            <a:srgbClr val="595959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Dunkles Grau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#595959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1097280" cy="731520"/>
          </a:xfrm>
          <a:prstGeom prst="rect">
            <a:avLst/>
          </a:prstGeom>
          <a:solidFill>
            <a:srgbClr val="E5D6D6"/>
          </a:solidFill>
          <a:ln w="254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Blasses Beige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#E5D6D6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Verwendung der Primärfarben: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Schwarz (#000000): Buttons, Links, Headings, Text-Emphasis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Pro4Ex Blau (#1e73be): Hover-States, Accents, Link-Hover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Dunkles Grau (#595959): Header, Navigation, Backgrounds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Blasses Beige (#E5D6D6): Accents, Light-Backgrounds, Theme-Color</a:t>
            </a:r>
            <a:endParaRPr lang="en-US" sz="1100" dirty="0"/>
          </a:p>
        </p:txBody>
      </p:sp>
      <p:pic>
        <p:nvPicPr>
          <p:cNvPr id="17" name="Picture 16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Typografie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Schriftart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 (Google Fonts) – Empfohlene Gewichte: Regular (400), Medium (500), Bold (700), Black (900)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Typografie-Beispiele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Große, wichtige Überschrift (h1 - 48px, Bold)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Unterüberschrift (h3 - 32px, Bold)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ist normaler Fließtext in Roboto Regular (16px, Line-Height 1.5, Letter-Spacing: -0.5px)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CSS-Variablen &amp; Spezifikationen: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Line-Height: 1.2 (Headlines), 1.5 (Body)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Letter-Spacing: -0.5px (Headlines), 0 (Body)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Font-Smoothing: antialiased</a:t>
            </a:r>
            <a:endParaRPr lang="en-US" sz="1100" dirty="0"/>
          </a:p>
        </p:txBody>
      </p:sp>
      <p:pic>
        <p:nvPicPr>
          <p:cNvPr id="14" name="Picture 13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 &amp; Branding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E5D6D6"/>
          </a:solidFill>
          <a:ln w="254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[PRO4EX LOGO]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Weiss zentriert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841 × 646 px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Hauptlogo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PNG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Mindestbreite: 200px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Verwendung: Web, Print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1E73BE"/>
          </a:solidFill>
          <a:ln w="254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[APP ICON]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32×32 bis 270×270 px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JPG Format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926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Favicon / App Icon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Größen: 32×32, 192×192,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180×180 (Apple), 270×270</a:t>
            </a:r>
            <a:endParaRPr lang="en-US" sz="900" dirty="0"/>
          </a:p>
        </p:txBody>
      </p:sp>
      <p:pic>
        <p:nvPicPr>
          <p:cNvPr id="12" name="Picture 11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Abstände &amp; Layout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Spacing Scale (konsistente 2x-Progression)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--space-xs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--space-sm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--space-md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--space-lg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--space-xl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--space-2xl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2148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64px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698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&amp; Grid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7355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7355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1267px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0556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0556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3756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Grid-Spalten: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3756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Spalten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957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Gutter: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6957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0005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Breakpoints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366260"/>
            <a:ext cx="1737360" cy="411480"/>
          </a:xfrm>
          <a:prstGeom prst="rect">
            <a:avLst/>
          </a:prstGeom>
          <a:solidFill>
            <a:srgbClr val="1E73B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4119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480px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4366260"/>
            <a:ext cx="1737360" cy="411480"/>
          </a:xfrm>
          <a:prstGeom prst="rect">
            <a:avLst/>
          </a:prstGeom>
          <a:solidFill>
            <a:srgbClr val="1E73B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14600" y="44119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768px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0" y="4366260"/>
            <a:ext cx="1737360" cy="411480"/>
          </a:xfrm>
          <a:prstGeom prst="rect">
            <a:avLst/>
          </a:prstGeom>
          <a:solidFill>
            <a:srgbClr val="1E73B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0" y="44119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960px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4366260"/>
            <a:ext cx="1737360" cy="411480"/>
          </a:xfrm>
          <a:prstGeom prst="rect">
            <a:avLst/>
          </a:prstGeom>
          <a:solidFill>
            <a:srgbClr val="1E73B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63640" y="44119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1200px</a:t>
            </a:r>
            <a:endParaRPr lang="en-US" sz="900" dirty="0"/>
          </a:p>
        </p:txBody>
      </p:sp>
      <p:pic>
        <p:nvPicPr>
          <p:cNvPr id="35" name="Picture 34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&amp; Komponenten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377440"/>
          </a:xfrm>
          <a:prstGeom prst="rect">
            <a:avLst/>
          </a:prstGeom>
          <a:solidFill>
            <a:srgbClr val="E5D6D6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Button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8346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Button 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2834640" cy="320040"/>
          </a:xfrm>
          <a:prstGeom prst="rect">
            <a:avLst/>
          </a:prstGeom>
          <a:solidFill>
            <a:srgbClr val="1E73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Button 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2834640" cy="320040"/>
          </a:xfrm>
          <a:prstGeom prst="rect">
            <a:avLst/>
          </a:prstGeom>
          <a:solidFill>
            <a:srgbClr val="0D3A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Button 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12px 24px | Radius: 4px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377440"/>
          </a:xfrm>
          <a:prstGeom prst="rect">
            <a:avLst/>
          </a:prstGeom>
          <a:solidFill>
            <a:srgbClr val="E5D6D6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Button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508760"/>
            <a:ext cx="28346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508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Button 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1965960"/>
            <a:ext cx="2834640" cy="320040"/>
          </a:xfrm>
          <a:prstGeom prst="rect">
            <a:avLst/>
          </a:prstGeom>
          <a:solidFill>
            <a:srgbClr val="E5D6D6"/>
          </a:solidFill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Hover: Button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423160"/>
            <a:ext cx="2834640" cy="320040"/>
          </a:xfrm>
          <a:prstGeom prst="rect">
            <a:avLst/>
          </a:prstGeom>
          <a:solidFill>
            <a:srgbClr val="1E73BE"/>
          </a:solidFill>
          <a:ln w="25400">
            <a:solidFill>
              <a:srgbClr val="1E73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Button 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2px | Radius: 4px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&amp; 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(Hover: #1e73be)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 Text (#000000)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977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Sekundär Text (#595959)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(grayed out)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7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Ring (--secondary)</a:t>
            </a:r>
            <a:endParaRPr lang="en-US" sz="1100" dirty="0"/>
          </a:p>
        </p:txBody>
      </p:sp>
      <p:pic>
        <p:nvPicPr>
          <p:cNvPr id="28" name="Picture 27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CI-Dateien &amp; Verwendung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Verfügbare Dateien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E5D6D6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ci-config.json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 Datenbank aller CI-Elemente (Farben, Typo, Spacing)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E5D6D6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 ci-design-system.css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CSS-Variablen &amp; vordefinierte Klassen für sofortige Nutzung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685800"/>
          </a:xfrm>
          <a:prstGeom prst="rect">
            <a:avLst/>
          </a:prstGeom>
          <a:solidFill>
            <a:srgbClr val="E5D6D6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CI-GUIDELINES.md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0632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Ausführliche Dokumentation &amp; Richtlinien für Entwickler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Implementierungs-Beispiel: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7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href="ci-design-system.css"&gt;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7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class="text-primary"&gt;Willkommen&lt;/h1&gt;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7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class="btn-primary"&gt;Klick mich&lt;/button&gt;</a:t>
            </a:r>
            <a:endParaRPr lang="en-US" sz="900" dirty="0"/>
          </a:p>
        </p:txBody>
      </p:sp>
      <p:pic>
        <p:nvPicPr>
          <p:cNvPr id="17" name="Picture 16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Komponenten in Use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Formularelement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eingeben...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E5D6D6"/>
          </a:solidFill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Titel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ist beschreibender Text in einer Card-Komponente. Sie wird häufig für Projekte oder Teaser verwendet.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2880360"/>
            <a:ext cx="1645920" cy="320040"/>
          </a:xfrm>
          <a:prstGeom prst="rect">
            <a:avLst/>
          </a:prstGeom>
          <a:solidFill>
            <a:srgbClr val="1E73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erfahren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Navigation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931920" cy="548640"/>
          </a:xfrm>
          <a:prstGeom prst="rect">
            <a:avLst/>
          </a:prstGeom>
          <a:solidFill>
            <a:srgbClr val="5959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Pro4Ex  |  Start  |  Leistungen  |  Kontakt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solidFill>
            <a:srgbClr val="5959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Jan Michaelsen | Impressum | Datenschutz</a:t>
            </a:r>
            <a:endParaRPr lang="en-US" sz="1000" dirty="0"/>
          </a:p>
        </p:txBody>
      </p:sp>
      <p:pic>
        <p:nvPicPr>
          <p:cNvPr id="19" name="Picture 18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8278041-3244-2EB7-E1DF-60559813A66C}"/>
              </a:ext>
            </a:extLst>
          </p:cNvPr>
          <p:cNvSpPr/>
          <p:nvPr/>
        </p:nvSpPr>
        <p:spPr>
          <a:xfrm>
            <a:off x="274320" y="731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Icons</a:t>
            </a:r>
            <a:endParaRPr lang="en-US" sz="40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8829D4F-B1F4-DD32-D0F7-62D05F58012A}"/>
              </a:ext>
            </a:extLst>
          </p:cNvPr>
          <p:cNvSpPr txBox="1"/>
          <p:nvPr/>
        </p:nvSpPr>
        <p:spPr>
          <a:xfrm>
            <a:off x="897643" y="1148593"/>
            <a:ext cx="70351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🏠 Home          📋 Services      ℹ️ About          📞 Contact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📧 Email         📱 Phone         🔍 Search        ☰ Menu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✕ Close         ➜ Arrow          ✓ Check          ⭐ Star</a:t>
            </a:r>
          </a:p>
          <a:p>
            <a:endParaRPr lang="en-US"/>
          </a:p>
          <a:p>
            <a:endParaRPr lang="en-US" dirty="0"/>
          </a:p>
          <a:p>
            <a:r>
              <a:rPr lang="en-US" dirty="0"/>
              <a:t>❤️ Heart         ℹ️ Info          ⚠️ Warning       ⬇️ Download</a:t>
            </a:r>
          </a:p>
        </p:txBody>
      </p:sp>
      <p:pic>
        <p:nvPicPr>
          <p:cNvPr id="7" name="Picture 6" descr="pro4ex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2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Bereit zum Starten?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0" y="2103120"/>
            <a:ext cx="36576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 aufnehmen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D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Kontakt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jan.michaelsen@pro4ex.consulting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5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https://pro4ex.consulting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Optimierte Version 2.0 | Erstellt: 2026-06-27</a:t>
            </a:r>
            <a:endParaRPr lang="en-US" sz="900" dirty="0"/>
          </a:p>
        </p:txBody>
      </p:sp>
      <p:pic>
        <p:nvPicPr>
          <p:cNvPr id="10" name="Picture 9" descr="pro4ex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Bildschirmpräsentation (16:9)</PresentationFormat>
  <Paragraphs>145</Paragraphs>
  <Slides>10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 Michaelsen</cp:lastModifiedBy>
  <cp:revision>1</cp:revision>
  <dcterms:created xsi:type="dcterms:W3CDTF">2026-06-27T14:23:25Z</dcterms:created>
  <dcterms:modified xsi:type="dcterms:W3CDTF">2026-06-27T16:57:59Z</dcterms:modified>
</cp:coreProperties>
</file>